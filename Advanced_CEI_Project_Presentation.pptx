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Cognitive Emotion Intelligence &amp; Adaptive Lifestyle System</a:t>
            </a:r>
          </a:p>
          <a:p>
            <a:r>
              <a:rPr dirty="0"/>
              <a:t>Major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Lack of personalized emotional support systems</a:t>
            </a:r>
          </a:p>
          <a:p>
            <a:r>
              <a:t>Mental health often ignored in daily routines</a:t>
            </a:r>
          </a:p>
          <a:p>
            <a:r>
              <a:t>No real-time adaptive emotion detection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Detect user emotions using AI techniques</a:t>
            </a:r>
          </a:p>
          <a:p>
            <a:r>
              <a:t>Provide adaptive lifestyle recommendations</a:t>
            </a:r>
          </a:p>
          <a:p>
            <a:r>
              <a:t>Enhance productivity and mental wellness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Inputs: Face, Voice, Emoji, Gesture</a:t>
            </a:r>
          </a:p>
          <a:p>
            <a:r>
              <a:t>Processing: AI Fusion Engine</a:t>
            </a:r>
          </a:p>
          <a:p>
            <a:r>
              <a:t>Output: Sound + Coaching +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Multi-modal emotion detection</a:t>
            </a:r>
          </a:p>
          <a:p>
            <a:r>
              <a:t>AI-based decision making</a:t>
            </a:r>
          </a:p>
          <a:p>
            <a:r>
              <a:t>Real-time feedback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Data collection through user interaction</a:t>
            </a:r>
          </a:p>
          <a:p>
            <a:r>
              <a:t>Emotion detection using OpenCV &amp; NLP</a:t>
            </a:r>
          </a:p>
          <a:p>
            <a:r>
              <a:t>Fusion model for final mood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Fusion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Weighted combination of inputs</a:t>
            </a:r>
          </a:p>
          <a:p>
            <a:r>
              <a:t>Face (40%), Emoji (30%), Voice (20%), Time (10)</a:t>
            </a:r>
          </a:p>
          <a:p>
            <a:r>
              <a:t>Generates final emotion state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Face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Uses OpenCV for image processing</a:t>
            </a:r>
          </a:p>
          <a:p>
            <a:r>
              <a:t>Brightness and edge density analysis</a:t>
            </a:r>
          </a:p>
          <a:p>
            <a:r>
              <a:t>Real-time camera input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SpeechRecognition library</a:t>
            </a:r>
          </a:p>
          <a:p>
            <a:r>
              <a:t>Keyword-based emotion extraction</a:t>
            </a:r>
          </a:p>
          <a:p>
            <a:r>
              <a:t>Interactive user communication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Emoji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Emoji to emotion mapping</a:t>
            </a:r>
          </a:p>
          <a:p>
            <a:r>
              <a:t>Quick mood-based response system</a:t>
            </a:r>
          </a:p>
          <a:p>
            <a:r>
              <a:t>User-friendly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Gesture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Hand gesture detection via pixel thresholding</a:t>
            </a:r>
          </a:p>
          <a:p>
            <a:r>
              <a:t>Instant mode switching</a:t>
            </a:r>
          </a:p>
          <a:p>
            <a:r>
              <a:t>Enhances user interaction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</a:t>
            </a:r>
          </a:p>
          <a:p>
            <a:r>
              <a:t>Streamlit for UI</a:t>
            </a:r>
          </a:p>
          <a:p>
            <a:r>
              <a:t>OpenCV, NumPy, Pandas</a:t>
            </a:r>
          </a:p>
          <a:p>
            <a:r>
              <a:t>SpeechRecognition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Logging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Excel-based data storage</a:t>
            </a:r>
          </a:p>
          <a:p>
            <a:r>
              <a:t>Tracks mood history and patterns</a:t>
            </a:r>
          </a:p>
          <a:p>
            <a:r>
              <a:t>Generates weekly reports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Coach &amp; Energy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Provides personalized lifestyle tips</a:t>
            </a:r>
          </a:p>
          <a:p>
            <a:r>
              <a:t>Energy Score calculation</a:t>
            </a:r>
          </a:p>
          <a:p>
            <a:r>
              <a:t>Encourages healthy habits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Innovative AI-based emotional system</a:t>
            </a:r>
          </a:p>
          <a:p>
            <a:r>
              <a:t>Helps in mental wellness</a:t>
            </a:r>
          </a:p>
          <a:p>
            <a:r>
              <a:t>Future: Deep learning &amp; mobile app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240</Words>
  <Application>Microsoft Office PowerPoint</Application>
  <PresentationFormat>On-screen Show (4:3)</PresentationFormat>
  <Paragraphs>75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Title Slide</vt:lpstr>
      <vt:lpstr>Problem Statement</vt:lpstr>
      <vt:lpstr>Objectives</vt:lpstr>
      <vt:lpstr>System Overview</vt:lpstr>
      <vt:lpstr>Key Features</vt:lpstr>
      <vt:lpstr>Methodology</vt:lpstr>
      <vt:lpstr>Fusion Model</vt:lpstr>
      <vt:lpstr>Face Detection</vt:lpstr>
      <vt:lpstr>Voice Processing</vt:lpstr>
      <vt:lpstr>Emoji Analysis</vt:lpstr>
      <vt:lpstr>Gesture Control</vt:lpstr>
      <vt:lpstr>Technology Stack</vt:lpstr>
      <vt:lpstr>Data Logging &amp; Analytics</vt:lpstr>
      <vt:lpstr>AI Coach &amp; Energy Score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Meenu</dc:creator>
  <cp:keywords/>
  <dc:description>generated using python-pptx</dc:description>
  <cp:lastModifiedBy>Meenu Dua</cp:lastModifiedBy>
  <cp:revision>1</cp:revision>
  <dcterms:created xsi:type="dcterms:W3CDTF">2013-01-27T09:14:16Z</dcterms:created>
  <dcterms:modified xsi:type="dcterms:W3CDTF">2026-03-23T21:58:14Z</dcterms:modified>
  <cp:category/>
</cp:coreProperties>
</file>